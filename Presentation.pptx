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Group 3: Predicting WAR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Gioia Bonanno-Garcia, Ari Crumley, Vincent West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2025-12-03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Goal: build a model to predict WAR (Wins Above Replacement)</a:t>
            </a:r>
          </a:p>
          <a:p>
            <a:pPr lvl="0"/>
            <a:r>
              <a:rPr/>
              <a:t> compared to a replacement-level player</a:t>
            </a:r>
          </a:p>
          <a:p>
            <a:pPr lvl="1"/>
            <a:r>
              <a:rPr/>
              <a:t>It combines multiple aspects of performance: hitting, baserunning, defensive value, positional difficulty, and their playing time, and puts it into a single number.</a:t>
            </a:r>
          </a:p>
          <a:p>
            <a:pPr lvl="1"/>
            <a:r>
              <a:rPr/>
              <a:t>Interpreted as the number of additional wins a player adds to a team</a:t>
            </a:r>
          </a:p>
          <a:p>
            <a:pPr lvl="1"/>
            <a:r>
              <a:rPr/>
              <a:t>Since it provides a single encompassing measure of a player’s value, WAR is greatly relied on by MLB front offices</a:t>
            </a:r>
          </a:p>
        </p:txBody>
      </p:sp>
      <p:pic>
        <p:nvPicPr>
          <p:cNvPr descr="Pictures/war-rating-chart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498600"/>
            <a:ext cx="4038600" cy="279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Can a player’s current-season performance statistics be used to predict their next season Wins Above Replacement (WAR)?</a:t>
            </a:r>
          </a:p>
          <a:p>
            <a:pPr lvl="0"/>
            <a:r>
              <a:rPr/>
              <a:t>Major League Baseball teams rely heavily on WAR to evaluate a players value, make contract decisions, and project roster needs.</a:t>
            </a:r>
          </a:p>
          <a:p>
            <a:pPr lvl="0"/>
            <a:r>
              <a:rPr/>
              <a:t>It provide a competitive advantage for a team by:</a:t>
            </a:r>
          </a:p>
          <a:p>
            <a:pPr lvl="1"/>
            <a:r>
              <a:rPr/>
              <a:t>Helps identify declining players</a:t>
            </a:r>
          </a:p>
          <a:p>
            <a:pPr lvl="1"/>
            <a:r>
              <a:rPr/>
              <a:t>Allows for budgeting and contract planning</a:t>
            </a:r>
          </a:p>
          <a:p>
            <a:pPr lvl="1"/>
            <a:r>
              <a:rPr/>
              <a:t>Encourages player development and roster optimization</a:t>
            </a:r>
          </a:p>
          <a:p>
            <a:pPr lvl="0"/>
            <a:r>
              <a:rPr/>
              <a:t>Our goal is, by using statistical and machine learning models, we will:</a:t>
            </a:r>
          </a:p>
          <a:p>
            <a:pPr lvl="1"/>
            <a:r>
              <a:rPr/>
              <a:t>Identify which player statistics best predict future WAR</a:t>
            </a:r>
          </a:p>
          <a:p>
            <a:pPr lvl="1"/>
            <a:r>
              <a:rPr/>
              <a:t>Compare the performance of three different statistical learning models: OLS, LASSO, and BOOSTING</a:t>
            </a:r>
          </a:p>
          <a:p>
            <a:pPr lvl="1"/>
            <a:r>
              <a:rPr/>
              <a:t>Build a model that maintains high predictive accuracy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Our data came from baseball-reference.com</a:t>
            </a:r>
          </a:p>
          <a:p>
            <a:pPr lvl="0"/>
            <a:r>
              <a:rPr/>
              <a:t>We used standard batting data from 2020-2025 to build our models (500 obs each year)</a:t>
            </a:r>
          </a:p>
          <a:p>
            <a:pPr lvl="1"/>
            <a:r>
              <a:rPr/>
              <a:t>2020-2024 was used for training</a:t>
            </a:r>
          </a:p>
          <a:p>
            <a:pPr lvl="1"/>
            <a:r>
              <a:rPr/>
              <a:t>2025 was our test data set</a:t>
            </a:r>
          </a:p>
          <a:p>
            <a:pPr lvl="0"/>
            <a:r>
              <a:rPr/>
              <a:t>Variables:</a:t>
            </a:r>
          </a:p>
          <a:p>
            <a:pPr lvl="1"/>
            <a:r>
              <a:rPr/>
              <a:t>WAR, age, games played, plate appearances, at bats, runs scored, hits, doubles, triples, home runs, RBIs, stolen bases, caught stealing, walks, strikeouts, batting average, on base percentage, slugging percentage, OPS percentage, OPS+, rOBA, Rbat+, total bases, double plays grounded into, hit by pitch, sacrifice hits, sacrifice flies, intentional walks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Models Used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OLS</a:t>
            </a:r>
          </a:p>
          <a:p>
            <a:pPr lvl="1"/>
            <a:r>
              <a:rPr/>
              <a:t>Baseline linear model</a:t>
            </a:r>
          </a:p>
          <a:p>
            <a:pPr lvl="1"/>
            <a:r>
              <a:rPr/>
              <a:t>Benchmark for comparing models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LASSO</a:t>
            </a:r>
          </a:p>
          <a:p>
            <a:pPr lvl="1"/>
            <a:r>
              <a:rPr/>
              <a:t>Feature selection through L1 regularization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OLS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OLS identifies and measures the relationship between a response variable and predictor variables.</a:t>
            </a:r>
          </a:p>
          <a:p>
            <a:pPr lvl="1"/>
            <a:r>
              <a:rPr/>
              <a:t>Finds a best-fitting line through a set of data points</a:t>
            </a:r>
          </a:p>
          <a:p>
            <a:pPr lvl="0"/>
            <a:r>
              <a:rPr/>
              <a:t>Pros: Convenient, accurate regression results for linearly related data</a:t>
            </a:r>
          </a:p>
          <a:p>
            <a:pPr lvl="0"/>
            <a:r>
              <a:rPr/>
              <a:t>Cons: May be too simplistic for real world examples, assumptions of Linear Regression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OLS Metrics Plot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Error metrics for both final testing data set (2025) and the training data split into training and testing sets</a:t>
            </a:r>
          </a:p>
          <a:p>
            <a:pPr lvl="0"/>
            <a:r>
              <a:rPr/>
              <a:t>Significant terms:</a:t>
            </a:r>
          </a:p>
          <a:p>
            <a:pPr lvl="1"/>
            <a:r>
              <a:rPr/>
              <a:t>age, games played, plate appearances, at bats, runs, hits, doubles, triples, home runs, stolen bases, caught stealing, walks, strikeouts, OPS+</a:t>
            </a:r>
          </a:p>
        </p:txBody>
      </p:sp>
      <p:pic>
        <p:nvPicPr>
          <p:cNvPr descr="Pictures/OLS_comp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625600"/>
            <a:ext cx="40386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Comparison: RMSE, MAE, and R²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Player Examples Using OLS model</a:t>
            </a:r>
          </a:p>
        </p:txBody>
      </p:sp>
      <p:pic>
        <p:nvPicPr>
          <p:cNvPr descr="Pictures/exampl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92200"/>
            <a:ext cx="5105400" cy="260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## Key Findings </a:t>
            </a:r>
          </a:p>
          <a:p>
            <a:pPr lvl="0"/>
            <a:r>
              <a:rPr/>
              <a:t>OLS performed the best overall</a:t>
            </a:r>
          </a:p>
          <a:p>
            <a:pPr lvl="1"/>
            <a:r>
              <a:rPr/>
              <a:t>Lowest prediction error</a:t>
            </a:r>
          </a:p>
          <a:p>
            <a:pPr lvl="1"/>
            <a:r>
              <a:rPr/>
              <a:t>Highest explained variance</a:t>
            </a:r>
          </a:p>
          <a:p>
            <a:pPr lvl="0"/>
            <a:r>
              <a:rPr/>
              <a:t>LASSO selected a subset of meaningful predictors, making it easier to understand which player stats drive WAR</a:t>
            </a:r>
          </a:p>
          <a:p>
            <a:pPr lvl="0"/>
            <a:r>
              <a:rPr/>
              <a:t>Variables with a strong predictive value: plate apperances, home runs, hits, OPS+, walks, and strikouts</a:t>
            </a:r>
          </a:p>
          <a:p>
            <a:pPr lvl="0"/>
            <a:r>
              <a:rPr/>
              <a:t>WAR prediction is challenging</a:t>
            </a:r>
          </a:p>
          <a:p>
            <a:pPr lvl="1"/>
            <a:r>
              <a:rPr/>
              <a:t>some components are hard to obtain from batting-only statistics</a:t>
            </a:r>
          </a:p>
          <a:p>
            <a:pPr lvl="1"/>
            <a:r>
              <a:rPr/>
              <a:t>player injuries, playing time, or other extrnal factors produce noise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3: Predicting WAR</dc:title>
  <dc:creator>Gioia Bonanno-Garcia, Ari Crumley, Vincent West</dc:creator>
  <cp:keywords/>
  <dcterms:created xsi:type="dcterms:W3CDTF">2025-12-08T01:41:14Z</dcterms:created>
  <dcterms:modified xsi:type="dcterms:W3CDTF">2025-12-08T01:41:14Z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option">
    <vt:lpwstr>t</vt:lpwstr>
  </property>
  <property fmtid="{D5CDD505-2E9C-101B-9397-08002B2CF9AE}" pid="3" name="date">
    <vt:lpwstr>2025-12-03</vt:lpwstr>
  </property>
  <property fmtid="{D5CDD505-2E9C-101B-9397-08002B2CF9AE}" pid="4" name="output">
    <vt:lpwstr/>
  </property>
</Properties>
</file>